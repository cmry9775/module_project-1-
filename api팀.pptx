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/YaAAjScRhMNw+RgJISHHIV+6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F4C989-4756-4B8A-84DD-4DBE36E97A78}">
  <a:tblStyle styleId="{8DF4C989-4756-4B8A-84DD-4DBE36E97A7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33" autoAdjust="0"/>
  </p:normalViewPr>
  <p:slideViewPr>
    <p:cSldViewPr snapToGrid="0">
      <p:cViewPr varScale="1">
        <p:scale>
          <a:sx n="70" d="100"/>
          <a:sy n="70" d="100"/>
        </p:scale>
        <p:origin x="1138" y="62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9" name="Google Shape;3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7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7"/>
          <p:cNvPicPr preferRelativeResize="0"/>
          <p:nvPr/>
        </p:nvPicPr>
        <p:blipFill rotWithShape="1">
          <a:blip r:embed="rId4">
            <a:alphaModFix/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04" name="Google Shape;404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05" name="Google Shape;405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6" name="Google Shape;406;p7"/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dirty="0" err="1">
                  <a:solidFill>
                    <a:srgbClr val="3F3F3F"/>
                  </a:solidFill>
                  <a:latin typeface="Malgun Gothic"/>
                  <a:ea typeface="Malgun Gothic"/>
                  <a:sym typeface="Malgun Gothic"/>
                </a:rPr>
                <a:t>OpenAPI</a:t>
              </a:r>
              <a:r>
                <a:rPr lang="en-US" sz="2800" b="1" dirty="0">
                  <a:solidFill>
                    <a:srgbClr val="3F3F3F"/>
                  </a:solidFill>
                  <a:latin typeface="Malgun Gothic"/>
                  <a:ea typeface="Malgun Gothic"/>
                  <a:sym typeface="Malgun Gothic"/>
                </a:rPr>
                <a:t> </a:t>
              </a:r>
              <a:r>
                <a:rPr lang="ko-KR" altLang="en-US" sz="2800" b="1" dirty="0">
                  <a:solidFill>
                    <a:srgbClr val="3F3F3F"/>
                  </a:solidFill>
                  <a:latin typeface="Malgun Gothic"/>
                  <a:ea typeface="Malgun Gothic"/>
                  <a:sym typeface="Malgun Gothic"/>
                </a:rPr>
                <a:t>활용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8" name="Google Shape;408;p7"/>
          <p:cNvPicPr preferRelativeResize="0"/>
          <p:nvPr/>
        </p:nvPicPr>
        <p:blipFill rotWithShape="1">
          <a:blip r:embed="rId5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10" name="Google Shape;410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i="0" u="none" strike="noStrike" cap="non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학습된 모델과 실제 기상정보</a:t>
              </a:r>
              <a:r>
                <a:rPr lang="ko-KR" altLang="en-US" sz="1800" b="1" dirty="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활용해 필요한 데이터 생성</a:t>
              </a:r>
              <a:r>
                <a:rPr lang="ko-KR" sz="1800" b="1" i="0" u="none" strike="noStrike" cap="none" dirty="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12" name="Google Shape;412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7"/>
          <p:cNvGrpSpPr/>
          <p:nvPr/>
        </p:nvGrpSpPr>
        <p:grpSpPr>
          <a:xfrm>
            <a:off x="399779" y="3422713"/>
            <a:ext cx="5052881" cy="598712"/>
            <a:chOff x="2654691" y="3661000"/>
            <a:chExt cx="9221535" cy="673099"/>
          </a:xfrm>
        </p:grpSpPr>
        <p:sp>
          <p:nvSpPr>
            <p:cNvPr id="423" name="Google Shape;423;p7"/>
            <p:cNvSpPr/>
            <p:nvPr/>
          </p:nvSpPr>
          <p:spPr>
            <a:xfrm>
              <a:off x="2857500" y="3661000"/>
              <a:ext cx="8902655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24" name="Google Shape;424;p7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25" name="Google Shape;425;p7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26" name="Google Shape;426;p7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27" name="Google Shape;427;p7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8" name="Google Shape;428;p7"/>
            <p:cNvSpPr txBox="1"/>
            <p:nvPr/>
          </p:nvSpPr>
          <p:spPr>
            <a:xfrm>
              <a:off x="3276218" y="3827268"/>
              <a:ext cx="860000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모델 </a:t>
              </a:r>
              <a:r>
                <a:rPr lang="en-US" altLang="ko-KR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input Feature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와 </a:t>
              </a:r>
              <a:r>
                <a:rPr lang="en-US" altLang="ko-KR" sz="1400" b="0" i="0" u="none" strike="noStrike" cap="none" dirty="0" err="1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ui</a:t>
              </a:r>
              <a:r>
                <a:rPr lang="en-US" altLang="ko-KR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 output 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데이터 생성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7"/>
          <p:cNvGrpSpPr/>
          <p:nvPr/>
        </p:nvGrpSpPr>
        <p:grpSpPr>
          <a:xfrm>
            <a:off x="399779" y="4290709"/>
            <a:ext cx="4959299" cy="667625"/>
            <a:chOff x="2654691" y="4520445"/>
            <a:chExt cx="9105466" cy="750576"/>
          </a:xfrm>
        </p:grpSpPr>
        <p:sp>
          <p:nvSpPr>
            <p:cNvPr id="430" name="Google Shape;430;p7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31" name="Google Shape;431;p7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32" name="Google Shape;432;p7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3" name="Google Shape;433;p7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4" name="Google Shape;434;p7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" name="Google Shape;435;p7"/>
            <p:cNvSpPr txBox="1"/>
            <p:nvPr/>
          </p:nvSpPr>
          <p:spPr>
            <a:xfrm>
              <a:off x="3215628" y="4520445"/>
              <a:ext cx="8176640" cy="415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방문객 수 회귀 모델과 혼잡도 분류 모델 실행 후 이용자 점수</a:t>
              </a:r>
              <a:r>
                <a:rPr lang="en-US" altLang="ko-KR" dirty="0"/>
                <a:t>·</a:t>
              </a:r>
              <a:r>
                <a:rPr lang="ko-KR" altLang="en-US" dirty="0"/>
                <a:t>날씨 점수 계산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7"/>
          <p:cNvGrpSpPr/>
          <p:nvPr/>
        </p:nvGrpSpPr>
        <p:grpSpPr>
          <a:xfrm>
            <a:off x="399780" y="2485791"/>
            <a:ext cx="4959298" cy="598712"/>
            <a:chOff x="2654691" y="2724078"/>
            <a:chExt cx="9105466" cy="673099"/>
          </a:xfrm>
        </p:grpSpPr>
        <p:sp>
          <p:nvSpPr>
            <p:cNvPr id="437" name="Google Shape;437;p7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8" name="Google Shape;438;p7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altLang="ko-KR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api.meto.com</a:t>
              </a: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</a:t>
              </a:r>
              <a:r>
                <a:rPr lang="en-US" altLang="ko-KR" dirty="0" err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r>
                <a:rPr lang="en-US" altLang="ko-KR" sz="1400" b="0" i="0" u="none" strike="noStrike" cap="none" dirty="0" err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날짜별 실제 날씨 조회</a:t>
              </a:r>
              <a:endParaRPr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9" name="Google Shape;439;p7"/>
            <p:cNvSpPr txBox="1"/>
            <p:nvPr/>
          </p:nvSpPr>
          <p:spPr>
            <a:xfrm>
              <a:off x="4041418" y="2998865"/>
              <a:ext cx="329510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기온</a:t>
              </a:r>
              <a:r>
                <a:rPr lang="en-US" altLang="ko-KR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습도</a:t>
              </a:r>
              <a:r>
                <a:rPr lang="en-US" altLang="ko-KR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강수확률</a:t>
              </a:r>
              <a:r>
                <a:rPr lang="ko-KR" sz="12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40" name="Google Shape;440;p7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41" name="Google Shape;441;p7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43" name="Google Shape;443;p7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4" name="Google Shape;444;p7"/>
            <p:cNvSpPr/>
            <p:nvPr/>
          </p:nvSpPr>
          <p:spPr>
            <a:xfrm>
              <a:off x="3369468" y="3123937"/>
              <a:ext cx="709398" cy="169692"/>
            </a:xfrm>
            <a:prstGeom prst="roundRect">
              <a:avLst>
                <a:gd name="adj" fmla="val 16667"/>
              </a:avLst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45" name="Google Shape;445;p7"/>
          <p:cNvGrpSpPr/>
          <p:nvPr/>
        </p:nvGrpSpPr>
        <p:grpSpPr>
          <a:xfrm>
            <a:off x="399779" y="5296557"/>
            <a:ext cx="4959299" cy="598712"/>
            <a:chOff x="2654691" y="5534844"/>
            <a:chExt cx="9105466" cy="673099"/>
          </a:xfrm>
        </p:grpSpPr>
        <p:sp>
          <p:nvSpPr>
            <p:cNvPr id="446" name="Google Shape;446;p7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47" name="Google Shape;447;p7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448" name="Google Shape;448;p7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49" name="Google Shape;449;p7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50" name="Google Shape;450;p7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" name="Google Shape;451;p7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날짜별 </a:t>
              </a:r>
              <a:r>
                <a:rPr lang="en-US" altLang="ko-KR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UI </a:t>
              </a: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출력 데이터를 생성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7"/>
            <p:cNvSpPr txBox="1"/>
            <p:nvPr/>
          </p:nvSpPr>
          <p:spPr>
            <a:xfrm>
              <a:off x="4081717" y="5776724"/>
              <a:ext cx="715047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Json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형태로 필요한 정보 생성</a:t>
              </a:r>
              <a:endParaRPr sz="12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54" name="Google Shape;454;p7"/>
          <p:cNvPicPr preferRelativeResize="0"/>
          <p:nvPr/>
        </p:nvPicPr>
        <p:blipFill rotWithShape="1">
          <a:blip r:embed="rId6">
            <a:alphaModFix/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5" name="Google Shape;455;p7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456" name="Google Shape;456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" name="Google Shape;459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0" name="Google Shape;460;p7" descr="EMB0000378c3f3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AC911ED-4DA1-B51D-E784-9952A5A1E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5934" y="2124998"/>
            <a:ext cx="2274275" cy="41124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126442-C383-44F1-5C90-655FA815E7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2303" y="2126815"/>
            <a:ext cx="4370648" cy="4109413"/>
          </a:xfrm>
          <a:prstGeom prst="rect">
            <a:avLst/>
          </a:prstGeom>
        </p:spPr>
      </p:pic>
      <p:sp>
        <p:nvSpPr>
          <p:cNvPr id="9" name="Google Shape;444;p7">
            <a:extLst>
              <a:ext uri="{FF2B5EF4-FFF2-40B4-BE49-F238E27FC236}">
                <a16:creationId xmlns:a16="http://schemas.microsoft.com/office/drawing/2014/main" id="{BE46202B-4B68-667C-0820-BC8ECEEEDC03}"/>
              </a:ext>
            </a:extLst>
          </p:cNvPr>
          <p:cNvSpPr/>
          <p:nvPr/>
        </p:nvSpPr>
        <p:spPr>
          <a:xfrm>
            <a:off x="810802" y="5644079"/>
            <a:ext cx="386374" cy="150939"/>
          </a:xfrm>
          <a:prstGeom prst="roundRect">
            <a:avLst>
              <a:gd name="adj" fmla="val 16667"/>
            </a:avLst>
          </a:prstGeom>
          <a:solidFill>
            <a:srgbClr val="FFD8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endParaRPr sz="12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</Words>
  <Application>Microsoft Office PowerPoint</Application>
  <PresentationFormat>와이드스크린</PresentationFormat>
  <Paragraphs>16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김준영</dc:creator>
  <cp:lastModifiedBy>EZ</cp:lastModifiedBy>
  <cp:revision>2</cp:revision>
  <dcterms:created xsi:type="dcterms:W3CDTF">2023-12-20T03:00:25Z</dcterms:created>
  <dcterms:modified xsi:type="dcterms:W3CDTF">2026-08-14T02:45:19Z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0x010100DAE3F4A420BE824F8EE9314A8C3F8B72</vt:lpwstr>
  </property>
</Properties>
</file>